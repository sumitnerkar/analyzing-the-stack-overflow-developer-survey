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8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408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417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46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802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84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38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35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63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5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66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45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994" y="802299"/>
            <a:ext cx="7948245" cy="2541431"/>
          </a:xfrm>
        </p:spPr>
        <p:txBody>
          <a:bodyPr>
            <a:noAutofit/>
          </a:bodyPr>
          <a:lstStyle/>
          <a:p>
            <a:r>
              <a:rPr sz="3200" dirty="0"/>
              <a:t>Stack Overflow Developer Survey - Technology Trend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Exploring Developer Trends and Insights</a:t>
            </a:r>
          </a:p>
          <a:p>
            <a:r>
              <a:rPr lang="en-US" dirty="0" err="1"/>
              <a:t>Sumit</a:t>
            </a:r>
            <a:r>
              <a:rPr lang="en-US" dirty="0"/>
              <a:t> </a:t>
            </a:r>
            <a:r>
              <a:rPr lang="en-US" dirty="0" err="1"/>
              <a:t>nerkar</a:t>
            </a:r>
            <a:r>
              <a:rPr lang="en-US" dirty="0"/>
              <a:t>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The tech industry faces challenges in tracking evolving developer trends, tools, and demographics to make informed decisions.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- Lack of diversity in developer demographics.</a:t>
            </a:r>
          </a:p>
          <a:p>
            <a:pPr marL="0" indent="0">
              <a:buNone/>
            </a:pPr>
            <a:r>
              <a:rPr dirty="0"/>
              <a:t>- Shifting preferences in programming languages and databases.</a:t>
            </a:r>
          </a:p>
          <a:p>
            <a:pPr marL="0" indent="0">
              <a:buNone/>
            </a:pPr>
            <a:r>
              <a:rPr dirty="0"/>
              <a:t>- The need to identify market trends for strategic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328" y="481221"/>
            <a:ext cx="6571343" cy="1049235"/>
          </a:xfrm>
        </p:spPr>
        <p:txBody>
          <a:bodyPr/>
          <a:lstStyle/>
          <a:p>
            <a:r>
              <a:rPr dirty="0"/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328" y="1856935"/>
            <a:ext cx="7379370" cy="41921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1. Programming Language Popularity:</a:t>
            </a:r>
          </a:p>
          <a:p>
            <a:pPr marL="0" indent="0">
              <a:buNone/>
            </a:pPr>
            <a:r>
              <a:rPr dirty="0"/>
              <a:t>   - Measure usage and growth rates of languages like JavaScript, HTML/CSS, C#, Java.</a:t>
            </a:r>
          </a:p>
          <a:p>
            <a:pPr marL="0" indent="0">
              <a:buNone/>
            </a:pPr>
            <a:r>
              <a:rPr dirty="0"/>
              <a:t>2. Database Adoption:</a:t>
            </a:r>
          </a:p>
          <a:p>
            <a:pPr marL="0" indent="0">
              <a:buNone/>
            </a:pPr>
            <a:r>
              <a:rPr dirty="0"/>
              <a:t>   - Track shifts in database usage (PostgreSQL, MySQL, MongoDB).</a:t>
            </a:r>
          </a:p>
          <a:p>
            <a:pPr marL="0" indent="0">
              <a:buNone/>
            </a:pPr>
            <a:r>
              <a:rPr dirty="0"/>
              <a:t>3. Developer Demographics:</a:t>
            </a:r>
          </a:p>
          <a:p>
            <a:pPr marL="0" indent="0">
              <a:buNone/>
            </a:pPr>
            <a:r>
              <a:rPr dirty="0"/>
              <a:t>   - Analyze age, gender, and geographic distribution of developers.</a:t>
            </a:r>
          </a:p>
          <a:p>
            <a:pPr marL="0" indent="0">
              <a:buNone/>
            </a:pPr>
            <a:r>
              <a:rPr dirty="0"/>
              <a:t>4. Market Trends:</a:t>
            </a:r>
          </a:p>
          <a:p>
            <a:pPr marL="0" indent="0">
              <a:buNone/>
            </a:pPr>
            <a:r>
              <a:rPr dirty="0"/>
              <a:t>   - Highlight frameworks and tools gaining traction globally.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0" y="1769884"/>
            <a:ext cx="6571343" cy="4322282"/>
          </a:xfrm>
        </p:spPr>
        <p:txBody>
          <a:bodyPr>
            <a:noAutofit/>
          </a:bodyPr>
          <a:lstStyle/>
          <a:p>
            <a:r>
              <a:rPr sz="1800" dirty="0"/>
              <a:t> Programming Trends:</a:t>
            </a:r>
          </a:p>
          <a:p>
            <a:pPr marL="0" indent="0">
              <a:buNone/>
            </a:pPr>
            <a:r>
              <a:rPr sz="1800" dirty="0"/>
              <a:t>  - JavaScript remains dominant; HTML/CSS is the fastest-growing.</a:t>
            </a:r>
          </a:p>
          <a:p>
            <a:pPr marL="0" indent="0">
              <a:buNone/>
            </a:pPr>
            <a:r>
              <a:rPr sz="1800" dirty="0"/>
              <a:t>  - Interest in C#, Go, and Kotlin is rising.</a:t>
            </a:r>
          </a:p>
          <a:p>
            <a:r>
              <a:rPr sz="1800" dirty="0"/>
              <a:t>Database Trends:</a:t>
            </a:r>
          </a:p>
          <a:p>
            <a:pPr marL="0" indent="0">
              <a:buNone/>
            </a:pPr>
            <a:r>
              <a:rPr sz="1800" dirty="0"/>
              <a:t>  - PostgreSQL is gaining ground; MySQL remains widely used.</a:t>
            </a:r>
          </a:p>
          <a:p>
            <a:pPr marL="0" indent="0">
              <a:buNone/>
            </a:pPr>
            <a:r>
              <a:rPr sz="1800" dirty="0"/>
              <a:t>  - Declining interest in Microsoft SQL Server and SQLite.</a:t>
            </a:r>
          </a:p>
          <a:p>
            <a:r>
              <a:rPr sz="1800" dirty="0"/>
              <a:t>Demographics:</a:t>
            </a:r>
          </a:p>
          <a:p>
            <a:pPr marL="0" indent="0">
              <a:buNone/>
            </a:pPr>
            <a:r>
              <a:rPr sz="1800" dirty="0"/>
              <a:t>  - Over 90% of developers are young males from developed nations.</a:t>
            </a:r>
          </a:p>
          <a:p>
            <a:pPr marL="0" indent="0">
              <a:buNone/>
            </a:pPr>
            <a:r>
              <a:rPr sz="1800" dirty="0"/>
              <a:t>  - Limited diversity in gender and regional representation.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Developers exhibit distinct characteristics shaped by tools, platforms, and languages.</a:t>
            </a:r>
          </a:p>
          <a:p>
            <a:pPr marL="0" indent="0">
              <a:buNone/>
            </a:pPr>
            <a:r>
              <a:rPr dirty="0"/>
              <a:t>- The industry shows strong preferences but lacks diversity.</a:t>
            </a:r>
          </a:p>
          <a:p>
            <a:pPr marL="0" indent="0">
              <a:buNone/>
            </a:pPr>
            <a:r>
              <a:rPr dirty="0"/>
              <a:t>- Accessibility and inclusivity are essential to foster global developer talent.</a:t>
            </a:r>
          </a:p>
          <a:p>
            <a:pPr marL="0" indent="0">
              <a:buNone/>
            </a:pPr>
            <a:r>
              <a:rPr dirty="0"/>
              <a:t>- Data highlights opportunities for education and tools in developing countries.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190" y="1853755"/>
            <a:ext cx="8024066" cy="4307955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sz="8000" dirty="0"/>
              <a:t>Strategic Decisions:- Businesses can align with trending tools and languages.</a:t>
            </a:r>
            <a:endParaRPr lang="en-US" sz="8000" dirty="0"/>
          </a:p>
          <a:p>
            <a:pPr algn="just"/>
            <a:r>
              <a:rPr sz="8000" dirty="0"/>
              <a:t>Market Inclusion:- Address the gender and location gaps in the tech industry.</a:t>
            </a:r>
          </a:p>
          <a:p>
            <a:pPr algn="just"/>
            <a:r>
              <a:rPr sz="8000" dirty="0"/>
              <a:t>Educational Opportunities: - Focus on upskilling young developers and supporting underrepresented groups.</a:t>
            </a:r>
          </a:p>
          <a:p>
            <a:pPr algn="just"/>
            <a:r>
              <a:rPr sz="8000" dirty="0"/>
              <a:t>Data Accessibility:- Power BI's mobile-optimized dashboard ensures insights are accessible anytime, anywhere.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</TotalTime>
  <Words>337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Gallery</vt:lpstr>
      <vt:lpstr>Stack Overflow Developer Survey - Technology Trend Analysis</vt:lpstr>
      <vt:lpstr>Problem Statement</vt:lpstr>
      <vt:lpstr>Key Performance Indicators (KPIs)</vt:lpstr>
      <vt:lpstr>Insights</vt:lpstr>
      <vt:lpstr>Conclusion</vt:lpstr>
      <vt:lpstr>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Overflow Developer Survey - Technology Trend Analysis</dc:title>
  <dc:subject/>
  <dc:creator/>
  <cp:keywords/>
  <dc:description>generated using python-pptx</dc:description>
  <cp:lastModifiedBy>Admin</cp:lastModifiedBy>
  <cp:revision>5</cp:revision>
  <dcterms:created xsi:type="dcterms:W3CDTF">2013-01-27T09:14:16Z</dcterms:created>
  <dcterms:modified xsi:type="dcterms:W3CDTF">2024-12-10T17:42:02Z</dcterms:modified>
  <cp:category/>
</cp:coreProperties>
</file>